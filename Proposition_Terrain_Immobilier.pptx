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SYSTÈME DE GESTION IMMOBILIÈRE 'TERRAIN'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OFFRE DE SOLUTION DIGITALE</a:t>
            </a:r>
          </a:p>
          <a:p>
            <a:r>
              <a:t>Digitalisation du suivi des loyers et des encaissements</a:t>
            </a:r>
          </a:p>
          <a:p/>
          <a:p>
            <a:r>
              <a:t>Préparé par : [Ton Nom/Prénom]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LE CONSTAT : Pourquoi changer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Oublis de paiements : Difficulté à savoir qui doit quoi en temps réel.</a:t>
            </a:r>
          </a:p>
          <a:p>
            <a:pPr/>
            <a:r>
              <a:t>Erreurs de calcul : Gestion complexe des avances et des reliquats.</a:t>
            </a:r>
          </a:p>
          <a:p>
            <a:pPr/>
            <a:r>
              <a:t>Perte de temps : Rédaction manuelle de reçus et recherche dans les cahiers.</a:t>
            </a:r>
          </a:p>
          <a:p>
            <a:pPr/>
            <a:r>
              <a:t>Contestations : Manque d'historique clair en cas de litige.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LA SOLUTION : 'Ma Gestion de Poche'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Plateforme privée sécurisée.</a:t>
            </a:r>
          </a:p>
          <a:p>
            <a:pPr/>
            <a:r>
              <a:t>Accessible sur Smartphone et Ordinateur.</a:t>
            </a:r>
          </a:p>
          <a:p>
            <a:pPr/>
            <a:r>
              <a:t>Conçue spécifiquement pour l'activité de démarcheur et gestionnaire.</a:t>
            </a:r>
          </a:p>
          <a:p>
            <a:pPr/>
            <a:r>
              <a:t>Interface simple et intuitive.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A. Le Suivi des Bâtiments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Vue d'ensemble de chaque maison ou immeuble.</a:t>
            </a:r>
          </a:p>
          <a:p>
            <a:pPr/>
            <a:r>
              <a:t>Analyse du taux de remplissage.</a:t>
            </a:r>
          </a:p>
          <a:p>
            <a:pPr/>
            <a:r>
              <a:t>État financier global instantané.</a:t>
            </a:r>
          </a:p>
          <a:p>
            <a:pPr/>
            <a:r>
              <a:t>Identification rapide des besoins d'intervention.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B. Le Suivi par Chambre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Liste détaillée des chambres pour chaque bâtiment.</a:t>
            </a:r>
          </a:p>
          <a:p>
            <a:pPr/>
            <a:r>
              <a:t>Statut en temps réel : Occupée / Vide / En travaux.</a:t>
            </a:r>
          </a:p>
          <a:p>
            <a:pPr/>
            <a:r>
              <a:t>Situation Financière claire : Loyer, Somme versée, Reste à payer.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C. L'Encaissement Instantané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Saisie ultra-rapide des montants (Espèces, Virement, Chèque).</a:t>
            </a:r>
          </a:p>
          <a:p>
            <a:pPr/>
            <a:r>
              <a:t>Mise à jour automatique des soldes locataires.</a:t>
            </a:r>
          </a:p>
          <a:p>
            <a:pPr/>
            <a:r>
              <a:t>Historique daté et archivé (Preuve irréfutable).</a:t>
            </a:r>
          </a:p>
          <a:p>
            <a:pPr/>
            <a:r>
              <a:t>Zéro erreur de calcul.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ILLUSTRATIONS : Tableau de Bord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Indicateurs de performance visuels.</a:t>
            </a:r>
          </a:p>
          <a:p>
            <a:pPr/>
            <a:r>
              <a:t>Immeuble A : 80% des loyers perçus.</a:t>
            </a:r>
          </a:p>
          <a:p>
            <a:pPr/>
            <a:r>
              <a:t>Villa B : 45% (Alerte Orange).</a:t>
            </a:r>
          </a:p>
          <a:p>
            <a:pPr/>
            <a:r>
              <a:t>Total encaissé ce mois : [Montant Total].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ILLUSTRATIONS : Fiche Locataire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Détail par occupant (ex: M. Koffi | Chambre n°4).</a:t>
            </a:r>
          </a:p>
          <a:p>
            <a:pPr/>
            <a:r>
              <a:t>Loyer : 50 000 FCFA.</a:t>
            </a:r>
          </a:p>
          <a:p>
            <a:pPr/>
            <a:r>
              <a:t>Déjà payé : 30 000 FCFA.</a:t>
            </a:r>
          </a:p>
          <a:p>
            <a:pPr/>
            <a:r>
              <a:t>RESTE À PAYER : 20 000 FCFA (Signalement visuel).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LES BÉNÉFICES POUR VOTRE ACTIVITÉ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Gain de Temps : Automatisation des calculs complexes.</a:t>
            </a:r>
          </a:p>
          <a:p>
            <a:pPr/>
            <a:r>
              <a:t>Zéro Litige : Historique complet et précis.</a:t>
            </a:r>
          </a:p>
          <a:p>
            <a:pPr/>
            <a:r>
              <a:t>Image de Marque : Professionnalisme accru auprès des clients.</a:t>
            </a:r>
          </a:p>
          <a:p>
            <a:pPr/>
            <a:r>
              <a:t>Suivi à Distance : Vos comptes partout avec vous.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MODALITÉS DE RÉALISATION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d'écoute : Inventaire des besoins.</a:t>
            </a:r>
          </a:p>
          <a:p>
            <a:pPr/>
            <a:r>
              <a:t>Développement : Création de la plateforme personnalisée.</a:t>
            </a:r>
          </a:p>
          <a:p>
            <a:pPr/>
            <a:r>
              <a:t>Formation : Accompagnement à la prise en main.</a:t>
            </a:r>
          </a:p>
          <a:p>
            <a:pPr/>
            <a:r>
              <a:t>Maintenance : Suivi et évolution de l'outil.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